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845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warmly — Ms. Fegs was the first mentor who truly impacted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background shows she is well-rounded. She brought both technical and human skills to HNG.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words is observable behaviour — not just adjectives.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separates Ms. Fegs — she doesn't just guide, she humanises herself in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Stage 2 story with emotion. The other two show her consistency across the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method matters as much as the message. This is what makes her communication style exceptional.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balanced — celebrate her strengths genuinely, then offer growth areas with respect.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each lesson as something every VA can take into their career.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audience read the joke. Pause. It humanises everything beautifully.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genuine gratitude. Let the quote sit. You've already shown the journey — this is just the landing.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02920" y="502920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500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</a:t>
            </a:r>
            <a:endParaRPr lang="en-US" sz="6000" dirty="0"/>
          </a:p>
        </p:txBody>
      </p:sp>
      <p:sp>
        <p:nvSpPr>
          <p:cNvPr id="7" name="Text 1"/>
          <p:cNvSpPr/>
          <p:nvPr/>
        </p:nvSpPr>
        <p:spPr>
          <a:xfrm>
            <a:off x="502920" y="1389888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300" dirty="0">
                <a:solidFill>
                  <a:srgbClr val="3D1F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SPOTLIGHT</a:t>
            </a:r>
            <a:endParaRPr lang="en-US" sz="6000" dirty="0"/>
          </a:p>
        </p:txBody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286000"/>
            <a:ext cx="4114800" cy="36576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30352" y="239572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Umuteme Oghenefego Peace</a:t>
            </a:r>
            <a:endParaRPr lang="en-US" sz="2000" dirty="0"/>
          </a:p>
        </p:txBody>
      </p:sp>
      <p:sp>
        <p:nvSpPr>
          <p:cNvPr id="10" name="Text 3"/>
          <p:cNvSpPr/>
          <p:nvPr/>
        </p:nvSpPr>
        <p:spPr>
          <a:xfrm>
            <a:off x="530352" y="283464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aka Ms. Fegs  ·  VA Mentor  ·  HNG 14</a:t>
            </a:r>
            <a:endParaRPr lang="en-US" sz="120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246120"/>
            <a:ext cx="1097280" cy="109728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530352" y="3429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Ayogu Ifunanya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928" y="0"/>
            <a:ext cx="4005072" cy="4005072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5120640" y="4005072"/>
            <a:ext cx="4023360" cy="1138428"/>
          </a:xfrm>
          <a:prstGeom prst="rect">
            <a:avLst/>
          </a:prstGeom>
          <a:solidFill>
            <a:srgbClr val="E8D5C0"/>
          </a:solidFill>
          <a:ln w="12700">
            <a:solidFill>
              <a:srgbClr val="E8D5C0"/>
            </a:solidFill>
            <a:prstDash val="solid"/>
          </a:ln>
        </p:spPr>
      </p:sp>
      <p:sp>
        <p:nvSpPr>
          <p:cNvPr id="16" name="Text 7"/>
          <p:cNvSpPr/>
          <p:nvPr/>
        </p:nvSpPr>
        <p:spPr>
          <a:xfrm>
            <a:off x="5166360" y="40965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2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FEGS  ·  VA MENTOR  ·  HNG 14</a:t>
            </a:r>
            <a:endParaRPr lang="en-US" sz="1050" dirty="0"/>
          </a:p>
        </p:txBody>
      </p:sp>
      <p:sp>
        <p:nvSpPr>
          <p:cNvPr id="17" name="Text 8"/>
          <p:cNvSpPr/>
          <p:nvPr/>
        </p:nvSpPr>
        <p:spPr>
          <a:xfrm>
            <a:off x="5102352" y="4654401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Umuteme Oghenefego Peace</a:t>
            </a:r>
            <a:endParaRPr lang="en-US" sz="1100" dirty="0"/>
          </a:p>
        </p:txBody>
      </p:sp>
      <p:sp>
        <p:nvSpPr>
          <p:cNvPr id="18" name="Text 9"/>
          <p:cNvSpPr/>
          <p:nvPr/>
        </p:nvSpPr>
        <p:spPr>
          <a:xfrm>
            <a:off x="5303520" y="4252223"/>
            <a:ext cx="34747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 calm in the storm."</a:t>
            </a:r>
            <a:endParaRPr lang="en-US" sz="18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0" y="5006839"/>
            <a:ext cx="3291840" cy="365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13232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SHE?</a:t>
            </a:r>
            <a:endParaRPr lang="en-US" sz="750" dirty="0"/>
          </a:p>
        </p:txBody>
      </p:sp>
      <p:sp>
        <p:nvSpPr>
          <p:cNvPr id="7" name="Text 1"/>
          <p:cNvSpPr/>
          <p:nvPr/>
        </p:nvSpPr>
        <p:spPr>
          <a:xfrm>
            <a:off x="60350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750" dirty="0"/>
          </a:p>
        </p:txBody>
      </p:sp>
      <p:sp>
        <p:nvSpPr>
          <p:cNvPr id="8" name="Text 2"/>
          <p:cNvSpPr/>
          <p:nvPr/>
        </p:nvSpPr>
        <p:spPr>
          <a:xfrm>
            <a:off x="438912" y="4754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MENTOR</a:t>
            </a:r>
            <a:endParaRPr lang="en-US" sz="800" dirty="0"/>
          </a:p>
        </p:txBody>
      </p:sp>
      <p:sp>
        <p:nvSpPr>
          <p:cNvPr id="9" name="Text 3"/>
          <p:cNvSpPr/>
          <p:nvPr/>
        </p:nvSpPr>
        <p:spPr>
          <a:xfrm>
            <a:off x="438912" y="65836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Ms. Fegs?</a:t>
            </a:r>
            <a:endParaRPr lang="en-US" sz="3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1417320"/>
            <a:ext cx="8275320" cy="36576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02336" y="1645920"/>
            <a:ext cx="54864" cy="685800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12" name="Text 5"/>
          <p:cNvSpPr/>
          <p:nvPr/>
        </p:nvSpPr>
        <p:spPr>
          <a:xfrm>
            <a:off x="594360" y="16002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dirty="0"/>
          </a:p>
        </p:txBody>
      </p:sp>
      <p:sp>
        <p:nvSpPr>
          <p:cNvPr id="13" name="Text 6"/>
          <p:cNvSpPr/>
          <p:nvPr/>
        </p:nvSpPr>
        <p:spPr>
          <a:xfrm>
            <a:off x="594360" y="18562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Umuteme Oghenefego Peace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402336" y="2651760"/>
            <a:ext cx="54864" cy="685800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15" name="Text 8"/>
          <p:cNvSpPr/>
          <p:nvPr/>
        </p:nvSpPr>
        <p:spPr>
          <a:xfrm>
            <a:off x="594360" y="26060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ID</a:t>
            </a:r>
            <a:endParaRPr lang="en-US" dirty="0"/>
          </a:p>
        </p:txBody>
      </p:sp>
      <p:sp>
        <p:nvSpPr>
          <p:cNvPr id="16" name="Text 9"/>
          <p:cNvSpPr/>
          <p:nvPr/>
        </p:nvSpPr>
        <p:spPr>
          <a:xfrm>
            <a:off x="594360" y="2862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Fegs ⭐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402336" y="3657600"/>
            <a:ext cx="54864" cy="685800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18" name="Text 11"/>
          <p:cNvSpPr/>
          <p:nvPr/>
        </p:nvSpPr>
        <p:spPr>
          <a:xfrm>
            <a:off x="594360" y="36118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dirty="0"/>
          </a:p>
        </p:txBody>
      </p:sp>
      <p:sp>
        <p:nvSpPr>
          <p:cNvPr id="19" name="Text 12"/>
          <p:cNvSpPr/>
          <p:nvPr/>
        </p:nvSpPr>
        <p:spPr>
          <a:xfrm>
            <a:off x="594360" y="38679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· Landmark University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4754880" y="1645920"/>
            <a:ext cx="54864" cy="1005840"/>
          </a:xfrm>
          <a:prstGeom prst="rect">
            <a:avLst/>
          </a:prstGeom>
          <a:solidFill>
            <a:srgbClr val="B8926A"/>
          </a:solidFill>
          <a:ln/>
        </p:spPr>
      </p:sp>
      <p:sp>
        <p:nvSpPr>
          <p:cNvPr id="21" name="Text 14"/>
          <p:cNvSpPr/>
          <p:nvPr/>
        </p:nvSpPr>
        <p:spPr>
          <a:xfrm>
            <a:off x="4956048" y="16002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4956048" y="185623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Management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&amp; Relationship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754880" y="3063240"/>
            <a:ext cx="54864" cy="1005840"/>
          </a:xfrm>
          <a:prstGeom prst="rect">
            <a:avLst/>
          </a:prstGeom>
          <a:solidFill>
            <a:srgbClr val="B8926A"/>
          </a:solidFill>
          <a:ln/>
        </p:spPr>
      </p:sp>
      <p:sp>
        <p:nvSpPr>
          <p:cNvPr id="24" name="Text 17"/>
          <p:cNvSpPr/>
          <p:nvPr/>
        </p:nvSpPr>
        <p:spPr>
          <a:xfrm>
            <a:off x="4956048" y="30175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AT HNG 14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4956048" y="3273552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Assistant Mentor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402336" y="4617720"/>
            <a:ext cx="8339328" cy="201168"/>
          </a:xfrm>
          <a:prstGeom prst="rect">
            <a:avLst/>
          </a:prstGeom>
          <a:solidFill>
            <a:srgbClr val="E8D5C0"/>
          </a:solidFill>
          <a:ln/>
        </p:spPr>
      </p:sp>
      <p:sp>
        <p:nvSpPr>
          <p:cNvPr id="27" name="Text 20"/>
          <p:cNvSpPr/>
          <p:nvPr/>
        </p:nvSpPr>
        <p:spPr>
          <a:xfrm>
            <a:off x="530352" y="4636008"/>
            <a:ext cx="8092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kind of person you don't forget — not because she was loud, but because she was real."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13232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 STYLE</a:t>
            </a:r>
            <a:endParaRPr lang="en-US" sz="750" dirty="0"/>
          </a:p>
        </p:txBody>
      </p:sp>
      <p:sp>
        <p:nvSpPr>
          <p:cNvPr id="7" name="Text 1"/>
          <p:cNvSpPr/>
          <p:nvPr/>
        </p:nvSpPr>
        <p:spPr>
          <a:xfrm>
            <a:off x="60350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750" dirty="0"/>
          </a:p>
        </p:txBody>
      </p:sp>
      <p:sp>
        <p:nvSpPr>
          <p:cNvPr id="8" name="Text 2"/>
          <p:cNvSpPr/>
          <p:nvPr/>
        </p:nvSpPr>
        <p:spPr>
          <a:xfrm>
            <a:off x="438912" y="4754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SHE SHOWS UP</a:t>
            </a:r>
            <a:endParaRPr lang="en-US" sz="800" dirty="0"/>
          </a:p>
        </p:txBody>
      </p:sp>
      <p:sp>
        <p:nvSpPr>
          <p:cNvPr id="9" name="Text 3"/>
          <p:cNvSpPr/>
          <p:nvPr/>
        </p:nvSpPr>
        <p:spPr>
          <a:xfrm>
            <a:off x="438912" y="658368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Mentorship Style</a:t>
            </a:r>
            <a:endParaRPr lang="en-US" sz="3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1389888"/>
            <a:ext cx="8275320" cy="365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38912" y="14813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words that define Ms. Fegs — every single time, without exception.</a:t>
            </a:r>
            <a:endParaRPr lang="en-US" sz="1200" dirty="0"/>
          </a:p>
        </p:txBody>
      </p:sp>
      <p:sp>
        <p:nvSpPr>
          <p:cNvPr id="12" name="Shape 5"/>
          <p:cNvSpPr/>
          <p:nvPr/>
        </p:nvSpPr>
        <p:spPr>
          <a:xfrm>
            <a:off x="347472" y="1938528"/>
            <a:ext cx="2011680" cy="2834640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3" name="Shape 6"/>
          <p:cNvSpPr/>
          <p:nvPr/>
        </p:nvSpPr>
        <p:spPr>
          <a:xfrm>
            <a:off x="347472" y="1938528"/>
            <a:ext cx="2011680" cy="64008"/>
          </a:xfrm>
          <a:prstGeom prst="rect">
            <a:avLst/>
          </a:prstGeom>
          <a:solidFill>
            <a:srgbClr val="C4A882"/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084832"/>
            <a:ext cx="420624" cy="4206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38912" y="25786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</a:t>
            </a:r>
            <a:endParaRPr lang="en-US" sz="28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3017520"/>
            <a:ext cx="1417320" cy="274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75488" y="3090672"/>
            <a:ext cx="175564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in chaos her composure never breaks. She makes you feel like everything will be okay  even when it isn't yet. Her voice alone is a stabiliser.</a:t>
            </a:r>
            <a:endParaRPr lang="en-US" sz="1200" dirty="0"/>
          </a:p>
        </p:txBody>
      </p:sp>
      <p:sp>
        <p:nvSpPr>
          <p:cNvPr id="18" name="Shape 9"/>
          <p:cNvSpPr/>
          <p:nvPr/>
        </p:nvSpPr>
        <p:spPr>
          <a:xfrm>
            <a:off x="2523744" y="1938528"/>
            <a:ext cx="2011680" cy="2834640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9" name="Shape 10"/>
          <p:cNvSpPr/>
          <p:nvPr/>
        </p:nvSpPr>
        <p:spPr>
          <a:xfrm>
            <a:off x="2523744" y="1938528"/>
            <a:ext cx="2011680" cy="64008"/>
          </a:xfrm>
          <a:prstGeom prst="rect">
            <a:avLst/>
          </a:prstGeom>
          <a:solidFill>
            <a:srgbClr val="B8926A"/>
          </a:solidFill>
          <a:ln/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2084832"/>
            <a:ext cx="420624" cy="42062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2592324" y="261061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Encouraging</a:t>
            </a:r>
            <a:endParaRPr lang="en-US" sz="20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8064" y="3017520"/>
            <a:ext cx="1417320" cy="27432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2651760" y="3090672"/>
            <a:ext cx="175564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praises your efforts genuinely and immediately. When you do a good job, she makes sure you know it  and you feel it in how she says it.</a:t>
            </a:r>
            <a:endParaRPr lang="en-US" sz="1200" dirty="0"/>
          </a:p>
        </p:txBody>
      </p:sp>
      <p:sp>
        <p:nvSpPr>
          <p:cNvPr id="24" name="Shape 13"/>
          <p:cNvSpPr/>
          <p:nvPr/>
        </p:nvSpPr>
        <p:spPr>
          <a:xfrm>
            <a:off x="4700016" y="1938528"/>
            <a:ext cx="2011680" cy="2834640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5" name="Shape 14"/>
          <p:cNvSpPr/>
          <p:nvPr/>
        </p:nvSpPr>
        <p:spPr>
          <a:xfrm>
            <a:off x="4700016" y="1938528"/>
            <a:ext cx="2011680" cy="64008"/>
          </a:xfrm>
          <a:prstGeom prst="rect">
            <a:avLst/>
          </a:prstGeom>
          <a:solidFill>
            <a:srgbClr val="C4A882"/>
          </a:solidFill>
          <a:ln/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95544" y="2084832"/>
            <a:ext cx="420624" cy="420624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791456" y="25786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</a:t>
            </a:r>
            <a:endParaRPr lang="en-US" sz="28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4336" y="3017520"/>
            <a:ext cx="1417320" cy="274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4828032" y="3090672"/>
            <a:ext cx="175564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doesn't give vague advice. She breaks things down, walks you through every gap, and makes sure you leave with real, actionable clarity.</a:t>
            </a:r>
            <a:endParaRPr lang="en-US" sz="1200" dirty="0"/>
          </a:p>
        </p:txBody>
      </p:sp>
      <p:sp>
        <p:nvSpPr>
          <p:cNvPr id="30" name="Shape 17"/>
          <p:cNvSpPr/>
          <p:nvPr/>
        </p:nvSpPr>
        <p:spPr>
          <a:xfrm>
            <a:off x="6876288" y="1938528"/>
            <a:ext cx="2011680" cy="2834640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31" name="Shape 18"/>
          <p:cNvSpPr/>
          <p:nvPr/>
        </p:nvSpPr>
        <p:spPr>
          <a:xfrm>
            <a:off x="6876288" y="1938528"/>
            <a:ext cx="2011680" cy="64008"/>
          </a:xfrm>
          <a:prstGeom prst="rect">
            <a:avLst/>
          </a:prstGeom>
          <a:solidFill>
            <a:srgbClr val="B8926A"/>
          </a:solidFill>
          <a:ln/>
        </p:spPr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71816" y="2084832"/>
            <a:ext cx="420624" cy="420624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967728" y="25786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Welcoming</a:t>
            </a:r>
            <a:endParaRPr lang="en-US" sz="2400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3017520"/>
            <a:ext cx="1417320" cy="27432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7004304" y="3090672"/>
            <a:ext cx="1755648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listens to your opinion first  validates it or doesn't. But she always gives her honest two cents with full respect and no condescension.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13232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APPROACH</a:t>
            </a:r>
            <a:endParaRPr lang="en-US" sz="750" dirty="0"/>
          </a:p>
        </p:txBody>
      </p:sp>
      <p:sp>
        <p:nvSpPr>
          <p:cNvPr id="7" name="Text 1"/>
          <p:cNvSpPr/>
          <p:nvPr/>
        </p:nvSpPr>
        <p:spPr>
          <a:xfrm>
            <a:off x="60350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750" dirty="0"/>
          </a:p>
        </p:txBody>
      </p:sp>
      <p:sp>
        <p:nvSpPr>
          <p:cNvPr id="8" name="Text 2"/>
          <p:cNvSpPr/>
          <p:nvPr/>
        </p:nvSpPr>
        <p:spPr>
          <a:xfrm>
            <a:off x="438912" y="4754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SHE LEADS</a:t>
            </a:r>
            <a:endParaRPr lang="en-US" sz="800" dirty="0"/>
          </a:p>
        </p:txBody>
      </p:sp>
      <p:sp>
        <p:nvSpPr>
          <p:cNvPr id="9" name="Text 3"/>
          <p:cNvSpPr/>
          <p:nvPr/>
        </p:nvSpPr>
        <p:spPr>
          <a:xfrm>
            <a:off x="438912" y="658368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Leadership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057400"/>
            <a:ext cx="4114800" cy="365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38912" y="214884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Ms. Fegs leads quietly but powerfully —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example, storytelling, and empowerment.</a:t>
            </a:r>
            <a:endParaRPr lang="en-US" sz="1200" dirty="0"/>
          </a:p>
        </p:txBody>
      </p:sp>
      <p:sp>
        <p:nvSpPr>
          <p:cNvPr id="12" name="Shape 5"/>
          <p:cNvSpPr/>
          <p:nvPr/>
        </p:nvSpPr>
        <p:spPr>
          <a:xfrm>
            <a:off x="402336" y="2741413"/>
            <a:ext cx="4160520" cy="56692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3" name="Shape 6"/>
          <p:cNvSpPr/>
          <p:nvPr/>
        </p:nvSpPr>
        <p:spPr>
          <a:xfrm>
            <a:off x="402336" y="2834640"/>
            <a:ext cx="54864" cy="566928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14" name="Text 7"/>
          <p:cNvSpPr/>
          <p:nvPr/>
        </p:nvSpPr>
        <p:spPr>
          <a:xfrm>
            <a:off x="530352" y="2815459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Empowers, Doesn't Spoon-feed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530352" y="310417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guides you toward the answer rather than handing it to you. She believes in your ability to figure things out and makes you believe it too.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402336" y="3493008"/>
            <a:ext cx="4160520" cy="56692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02336" y="3493008"/>
            <a:ext cx="54864" cy="566928"/>
          </a:xfrm>
          <a:prstGeom prst="rect">
            <a:avLst/>
          </a:prstGeom>
          <a:solidFill>
            <a:srgbClr val="B8926A"/>
          </a:solidFill>
          <a:ln/>
        </p:spPr>
      </p:sp>
      <p:sp>
        <p:nvSpPr>
          <p:cNvPr id="18" name="Text 11"/>
          <p:cNvSpPr/>
          <p:nvPr/>
        </p:nvSpPr>
        <p:spPr>
          <a:xfrm>
            <a:off x="562356" y="3474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Through Storytelling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61772" y="381357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shares her own past mistakes openly — what went wrong, what she could have done better. That kind of vulnerability builds trust faster than perfection ever could.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402336" y="4151376"/>
            <a:ext cx="4160520" cy="56692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02336" y="4151376"/>
            <a:ext cx="54864" cy="566928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22" name="Text 15"/>
          <p:cNvSpPr/>
          <p:nvPr/>
        </p:nvSpPr>
        <p:spPr>
          <a:xfrm>
            <a:off x="594360" y="42062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Accessible &amp; Present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594360" y="44622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readily available and quick to help. She doesn't create distance between herself and the interns she mentors. Her DMs are always open.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864608" y="438912"/>
            <a:ext cx="3931920" cy="4709160"/>
          </a:xfrm>
          <a:prstGeom prst="rect">
            <a:avLst/>
          </a:prstGeom>
          <a:solidFill>
            <a:srgbClr val="F0E8DF"/>
          </a:solidFill>
          <a:ln w="12700">
            <a:solidFill>
              <a:srgbClr val="E8D5C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640080"/>
            <a:ext cx="822960" cy="6217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10912" y="132588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doesn't give you the fish.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teaches you how to fish 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then tells you about the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times she nearly drowned.</a:t>
            </a:r>
            <a:endParaRPr lang="en-US" sz="18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2999232"/>
            <a:ext cx="3291840" cy="3657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010912" y="31272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Leadership through story, not just instruction.</a:t>
            </a:r>
            <a:endParaRPr lang="en-US" sz="11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361188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13232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INTERNSHIP MOMENTS</a:t>
            </a:r>
            <a:endParaRPr lang="en-US" sz="750" dirty="0"/>
          </a:p>
        </p:txBody>
      </p:sp>
      <p:sp>
        <p:nvSpPr>
          <p:cNvPr id="7" name="Text 1"/>
          <p:cNvSpPr/>
          <p:nvPr/>
        </p:nvSpPr>
        <p:spPr>
          <a:xfrm>
            <a:off x="60350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750" dirty="0"/>
          </a:p>
        </p:txBody>
      </p:sp>
      <p:sp>
        <p:nvSpPr>
          <p:cNvPr id="8" name="Shape 2"/>
          <p:cNvSpPr/>
          <p:nvPr/>
        </p:nvSpPr>
        <p:spPr>
          <a:xfrm>
            <a:off x="0" y="438912"/>
            <a:ext cx="9144000" cy="1051560"/>
          </a:xfrm>
          <a:prstGeom prst="rect">
            <a:avLst/>
          </a:prstGeom>
          <a:solidFill>
            <a:srgbClr val="F0E8DF"/>
          </a:solidFill>
          <a:ln w="12700">
            <a:solidFill>
              <a:srgbClr val="F0E8DF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438912" y="502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STORIES FROM THE INTERNSHIP</a:t>
            </a:r>
            <a:endParaRPr lang="en-US" sz="800" dirty="0"/>
          </a:p>
        </p:txBody>
      </p:sp>
      <p:sp>
        <p:nvSpPr>
          <p:cNvPr id="10" name="Text 4"/>
          <p:cNvSpPr/>
          <p:nvPr/>
        </p:nvSpPr>
        <p:spPr>
          <a:xfrm>
            <a:off x="438912" y="6858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Internship Moments</a:t>
            </a:r>
            <a:endParaRPr lang="en-US" sz="3400" dirty="0"/>
          </a:p>
        </p:txBody>
      </p:sp>
      <p:sp>
        <p:nvSpPr>
          <p:cNvPr id="11" name="Shape 5"/>
          <p:cNvSpPr/>
          <p:nvPr/>
        </p:nvSpPr>
        <p:spPr>
          <a:xfrm>
            <a:off x="274320" y="1632204"/>
            <a:ext cx="2798064" cy="3246120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256032" y="1664208"/>
            <a:ext cx="2798064" cy="64008"/>
          </a:xfrm>
          <a:prstGeom prst="rect">
            <a:avLst/>
          </a:prstGeom>
          <a:solidFill>
            <a:srgbClr val="C4A882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4752" y="1828800"/>
            <a:ext cx="420624" cy="42062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20624" y="234086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Stage 2 Pitch Crisis</a:t>
            </a:r>
            <a:endParaRPr lang="en-US" sz="16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2834640"/>
            <a:ext cx="1828800" cy="274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20624" y="2907792"/>
            <a:ext cx="254203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shared my struggle getting a mentor on the Slack channel. Ms. Fegs saw it immediately, stepped in without being asked, and made my problem hers. She guided me on how to pitch calmly and comprehensively. I secured a mentor that same day. That was the moment she made her first impression on me.</a:t>
            </a:r>
            <a:endParaRPr lang="en-US" sz="1200" dirty="0"/>
          </a:p>
        </p:txBody>
      </p:sp>
      <p:sp>
        <p:nvSpPr>
          <p:cNvPr id="17" name="Shape 9"/>
          <p:cNvSpPr/>
          <p:nvPr/>
        </p:nvSpPr>
        <p:spPr>
          <a:xfrm>
            <a:off x="3218688" y="1664208"/>
            <a:ext cx="2798064" cy="3246120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8" name="Shape 10"/>
          <p:cNvSpPr/>
          <p:nvPr/>
        </p:nvSpPr>
        <p:spPr>
          <a:xfrm>
            <a:off x="3218688" y="1664208"/>
            <a:ext cx="2798064" cy="64008"/>
          </a:xfrm>
          <a:prstGeom prst="rect">
            <a:avLst/>
          </a:prstGeom>
          <a:solidFill>
            <a:srgbClr val="B8926A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7408" y="1828800"/>
            <a:ext cx="420624" cy="42062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383280" y="234086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 in the Channel Storm</a:t>
            </a:r>
            <a:endParaRPr lang="en-US" sz="16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5888" y="2834640"/>
            <a:ext cx="1828800" cy="274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383280" y="2907792"/>
            <a:ext cx="2633472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chaos broke out in our Slack channel, Ms. Fegs didn't add to the noise. She quietly went into a colleague's DM to talk things through privately. No drama, no escalation  just quiet, intentional care. That's not in any job description. That's character.</a:t>
            </a:r>
            <a:endParaRPr lang="en-US" sz="1200" dirty="0"/>
          </a:p>
        </p:txBody>
      </p:sp>
      <p:sp>
        <p:nvSpPr>
          <p:cNvPr id="23" name="Shape 13"/>
          <p:cNvSpPr/>
          <p:nvPr/>
        </p:nvSpPr>
        <p:spPr>
          <a:xfrm>
            <a:off x="6181344" y="1664208"/>
            <a:ext cx="2798064" cy="3246120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6181344" y="1664208"/>
            <a:ext cx="2798064" cy="64008"/>
          </a:xfrm>
          <a:prstGeom prst="rect">
            <a:avLst/>
          </a:prstGeom>
          <a:solidFill>
            <a:srgbClr val="C4A882"/>
          </a:solidFill>
          <a:ln/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0064" y="1828800"/>
            <a:ext cx="420624" cy="420624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6345936" y="234086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Showing Up for the Whole Cohort</a:t>
            </a:r>
            <a:endParaRPr lang="en-US" sz="16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2834640"/>
            <a:ext cx="1828800" cy="274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345936" y="2907792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watched how she interacted with fellow interns , always calm, always helpful, always encouraging. Even when I wasn't the one she was speaking to, her presence had a stabilising effect on everyone around her. She made the whole cohort feel safer.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13232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COMMUNICATION</a:t>
            </a:r>
            <a:endParaRPr lang="en-US" sz="750" dirty="0"/>
          </a:p>
        </p:txBody>
      </p:sp>
      <p:sp>
        <p:nvSpPr>
          <p:cNvPr id="7" name="Text 1"/>
          <p:cNvSpPr/>
          <p:nvPr/>
        </p:nvSpPr>
        <p:spPr>
          <a:xfrm>
            <a:off x="60350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750" dirty="0"/>
          </a:p>
        </p:txBody>
      </p:sp>
      <p:sp>
        <p:nvSpPr>
          <p:cNvPr id="8" name="Text 2"/>
          <p:cNvSpPr/>
          <p:nvPr/>
        </p:nvSpPr>
        <p:spPr>
          <a:xfrm>
            <a:off x="438912" y="4754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SHE COMMUNICATES</a:t>
            </a:r>
            <a:endParaRPr lang="en-US" sz="800" dirty="0"/>
          </a:p>
        </p:txBody>
      </p:sp>
      <p:sp>
        <p:nvSpPr>
          <p:cNvPr id="9" name="Text 3"/>
          <p:cNvSpPr/>
          <p:nvPr/>
        </p:nvSpPr>
        <p:spPr>
          <a:xfrm>
            <a:off x="438912" y="658368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&amp;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Analysis</a:t>
            </a:r>
            <a:endParaRPr lang="en-US" sz="30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057400"/>
            <a:ext cx="5029200" cy="365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38912" y="2148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Ms. Fegs delivers feedback is as important as what she says.</a:t>
            </a:r>
            <a:endParaRPr lang="en-US" sz="1150" dirty="0"/>
          </a:p>
        </p:txBody>
      </p:sp>
      <p:sp>
        <p:nvSpPr>
          <p:cNvPr id="16" name="Shape 9"/>
          <p:cNvSpPr/>
          <p:nvPr/>
        </p:nvSpPr>
        <p:spPr>
          <a:xfrm>
            <a:off x="356616" y="2606040"/>
            <a:ext cx="4846320" cy="727422"/>
          </a:xfrm>
          <a:prstGeom prst="rect">
            <a:avLst/>
          </a:prstGeom>
          <a:solidFill>
            <a:srgbClr val="F5EDE3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411480" y="279349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📩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960120" y="2583180"/>
            <a:ext cx="40233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Goes to Your DM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914400" y="2822344"/>
            <a:ext cx="4069080" cy="49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situations need sensitivity, she takes it to direct messages. She personally went to a colleague's DM during channel chaos to resolve things privately.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374904" y="3413916"/>
            <a:ext cx="4846320" cy="676130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441960" y="346021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941832" y="34290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Validates Before Redirecting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941832" y="3636526"/>
            <a:ext cx="4133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hears your perspective first. Then she either validates it or gently redirects but you never feel dismissed. You always feel heard.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348523" y="4150902"/>
            <a:ext cx="4846320" cy="727422"/>
          </a:xfrm>
          <a:prstGeom prst="rect">
            <a:avLst/>
          </a:prstGeom>
          <a:solidFill>
            <a:srgbClr val="F5EDE3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484632" y="422310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🌟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87552" y="4186532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Praises Publicly, Coaches Quietly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960120" y="4485132"/>
            <a:ext cx="42062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work gets recognised openly. Corrections happen in private. That balance builds confidence without humiliation  a skill many professionals never master.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577840" y="438912"/>
            <a:ext cx="3246120" cy="4709160"/>
          </a:xfrm>
          <a:prstGeom prst="rect">
            <a:avLst/>
          </a:prstGeom>
          <a:solidFill>
            <a:srgbClr val="F0E8DF"/>
          </a:solidFill>
          <a:ln w="12700">
            <a:solidFill>
              <a:srgbClr val="E8D5C0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640080"/>
            <a:ext cx="2011680" cy="201168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560320"/>
            <a:ext cx="1097280" cy="109728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291840"/>
            <a:ext cx="640080" cy="64008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623560" y="37033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 in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Storm</a:t>
            </a:r>
            <a:endParaRPr lang="en-US" sz="2600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0" y="4572000"/>
            <a:ext cx="2560320" cy="365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13232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GROWTH AREAS</a:t>
            </a:r>
            <a:endParaRPr lang="en-US" sz="750" dirty="0"/>
          </a:p>
        </p:txBody>
      </p:sp>
      <p:sp>
        <p:nvSpPr>
          <p:cNvPr id="7" name="Text 1"/>
          <p:cNvSpPr/>
          <p:nvPr/>
        </p:nvSpPr>
        <p:spPr>
          <a:xfrm>
            <a:off x="60350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750" dirty="0"/>
          </a:p>
        </p:txBody>
      </p:sp>
      <p:sp>
        <p:nvSpPr>
          <p:cNvPr id="9" name="Text 3"/>
          <p:cNvSpPr/>
          <p:nvPr/>
        </p:nvSpPr>
        <p:spPr>
          <a:xfrm>
            <a:off x="457200" y="278892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Areas</a:t>
            </a:r>
            <a:endParaRPr lang="en-US" sz="3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" y="1371600"/>
            <a:ext cx="8275320" cy="365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48056" y="1430143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respectful, constructive look at what Ms. Fegs does brilliantly and where there's room to grow.</a:t>
            </a:r>
            <a:endParaRPr lang="en-US" sz="1150" dirty="0"/>
          </a:p>
        </p:txBody>
      </p:sp>
      <p:sp>
        <p:nvSpPr>
          <p:cNvPr id="12" name="Text 5"/>
          <p:cNvSpPr/>
          <p:nvPr/>
        </p:nvSpPr>
        <p:spPr>
          <a:xfrm>
            <a:off x="356616" y="176258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STRENGTHS</a:t>
            </a:r>
            <a:endParaRPr lang="en-US" sz="1050" dirty="0"/>
          </a:p>
        </p:txBody>
      </p:sp>
      <p:sp>
        <p:nvSpPr>
          <p:cNvPr id="13" name="Shape 6"/>
          <p:cNvSpPr/>
          <p:nvPr/>
        </p:nvSpPr>
        <p:spPr>
          <a:xfrm>
            <a:off x="356616" y="2011680"/>
            <a:ext cx="4151376" cy="777662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4" name="Shape 7"/>
          <p:cNvSpPr/>
          <p:nvPr/>
        </p:nvSpPr>
        <p:spPr>
          <a:xfrm flipV="1">
            <a:off x="402336" y="2789342"/>
            <a:ext cx="4096513" cy="45719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15" name="Text 8"/>
          <p:cNvSpPr/>
          <p:nvPr/>
        </p:nvSpPr>
        <p:spPr>
          <a:xfrm>
            <a:off x="457200" y="19755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 Under Pressure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457199" y="2244010"/>
            <a:ext cx="4041649" cy="444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composure in high-pressure moments sets the tone for the entire cohort. A VA who is calm gives everyone around them permission to stay calm too.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370332" y="3001624"/>
            <a:ext cx="4160520" cy="594360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370332" y="2940007"/>
            <a:ext cx="4160520" cy="64008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19" name="Text 12"/>
          <p:cNvSpPr/>
          <p:nvPr/>
        </p:nvSpPr>
        <p:spPr>
          <a:xfrm>
            <a:off x="402336" y="3040589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Readily Accessible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402336" y="34107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always available and quick to help. Her DMs are open, her presence is consistent, and she never makes you feel like a burden for asking.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79844" y="4002889"/>
            <a:ext cx="4160520" cy="682922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97763" y="3855297"/>
            <a:ext cx="4160520" cy="64008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23" name="Text 16"/>
          <p:cNvSpPr/>
          <p:nvPr/>
        </p:nvSpPr>
        <p:spPr>
          <a:xfrm>
            <a:off x="566928" y="3877726"/>
            <a:ext cx="3840480" cy="401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 as a Tool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12063" y="4284631"/>
            <a:ext cx="4046220" cy="315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moves toward people who are struggling not away. That kind of intentional care is rare in any professional setting and impossible to fake.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0" y="1720701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GROWTH AREAS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617720" y="2022453"/>
            <a:ext cx="4160520" cy="914400"/>
          </a:xfrm>
          <a:prstGeom prst="rect">
            <a:avLst/>
          </a:prstGeom>
          <a:solidFill>
            <a:srgbClr val="F5EDE3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21923" y="2043684"/>
            <a:ext cx="73152" cy="914400"/>
          </a:xfrm>
          <a:prstGeom prst="rect">
            <a:avLst/>
          </a:prstGeom>
          <a:solidFill>
            <a:srgbClr val="B8926A"/>
          </a:solidFill>
          <a:ln/>
        </p:spPr>
      </p:sp>
      <p:sp>
        <p:nvSpPr>
          <p:cNvPr id="28" name="Text 21"/>
          <p:cNvSpPr/>
          <p:nvPr/>
        </p:nvSpPr>
        <p:spPr>
          <a:xfrm>
            <a:off x="4636010" y="1998647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Teaching Sessions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645152" y="2352977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structured sessions where she teaches concepts or facilitates group opinion-sharing would add immense value. Her insights deserve a bigger stage.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658499" y="3182112"/>
            <a:ext cx="4160520" cy="914400"/>
          </a:xfrm>
          <a:prstGeom prst="rect">
            <a:avLst/>
          </a:prstGeom>
          <a:solidFill>
            <a:srgbClr val="F5EDE3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67643" y="3182112"/>
            <a:ext cx="54864" cy="914400"/>
          </a:xfrm>
          <a:prstGeom prst="rect">
            <a:avLst/>
          </a:prstGeom>
          <a:solidFill>
            <a:srgbClr val="B8926A"/>
          </a:solidFill>
          <a:ln/>
        </p:spPr>
      </p:sp>
      <p:sp>
        <p:nvSpPr>
          <p:cNvPr id="32" name="Text 25"/>
          <p:cNvSpPr/>
          <p:nvPr/>
        </p:nvSpPr>
        <p:spPr>
          <a:xfrm>
            <a:off x="4658499" y="31683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Direct Answers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658499" y="347472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times, questions were redirected to the track lead mentor. Interns would benefit from Ms. Fegs having more solutions at hand  her calm delivery makes hard answers easier to receive.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13232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FOR FUTURE VAs</a:t>
            </a:r>
            <a:endParaRPr lang="en-US" sz="750" dirty="0"/>
          </a:p>
        </p:txBody>
      </p:sp>
      <p:sp>
        <p:nvSpPr>
          <p:cNvPr id="7" name="Text 1"/>
          <p:cNvSpPr/>
          <p:nvPr/>
        </p:nvSpPr>
        <p:spPr>
          <a:xfrm>
            <a:off x="60350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750" dirty="0"/>
          </a:p>
        </p:txBody>
      </p:sp>
      <p:sp>
        <p:nvSpPr>
          <p:cNvPr id="8" name="Text 2"/>
          <p:cNvSpPr/>
          <p:nvPr/>
        </p:nvSpPr>
        <p:spPr>
          <a:xfrm>
            <a:off x="438912" y="4754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VAs CAN LEARN</a:t>
            </a:r>
            <a:endParaRPr lang="en-US" sz="800" dirty="0"/>
          </a:p>
        </p:txBody>
      </p:sp>
      <p:sp>
        <p:nvSpPr>
          <p:cNvPr id="9" name="Text 3"/>
          <p:cNvSpPr/>
          <p:nvPr/>
        </p:nvSpPr>
        <p:spPr>
          <a:xfrm>
            <a:off x="438912" y="65836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Future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VAs Can Learn</a:t>
            </a:r>
            <a:endParaRPr lang="en-US" sz="3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1810512"/>
            <a:ext cx="8275320" cy="365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38912" y="19019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Ms. Fegs' leadership, communication, and operational style.</a:t>
            </a:r>
            <a:endParaRPr lang="en-US" sz="1150" dirty="0"/>
          </a:p>
        </p:txBody>
      </p:sp>
      <p:sp>
        <p:nvSpPr>
          <p:cNvPr id="12" name="Shape 5"/>
          <p:cNvSpPr/>
          <p:nvPr/>
        </p:nvSpPr>
        <p:spPr>
          <a:xfrm>
            <a:off x="320040" y="2304288"/>
            <a:ext cx="3957670" cy="120700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3" name="Shape 6"/>
          <p:cNvSpPr/>
          <p:nvPr/>
        </p:nvSpPr>
        <p:spPr>
          <a:xfrm flipV="1">
            <a:off x="320040" y="2258569"/>
            <a:ext cx="3957670" cy="45719"/>
          </a:xfrm>
          <a:prstGeom prst="rect">
            <a:avLst/>
          </a:prstGeom>
          <a:solidFill>
            <a:srgbClr val="C4A882"/>
          </a:solidFill>
          <a:ln/>
        </p:spPr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2441448"/>
            <a:ext cx="365760" cy="36576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14400" y="244144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Empathy</a:t>
            </a:r>
            <a:endParaRPr lang="en-US" sz="16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852928"/>
            <a:ext cx="2286000" cy="27432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57200" y="2926080"/>
            <a:ext cx="38205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toward people in struggle is a professional skill. Make it intentional  not just a personality default.</a:t>
            </a:r>
            <a:endParaRPr lang="en-US" sz="1400" dirty="0"/>
          </a:p>
        </p:txBody>
      </p:sp>
      <p:sp>
        <p:nvSpPr>
          <p:cNvPr id="24" name="Shape 13"/>
          <p:cNvSpPr/>
          <p:nvPr/>
        </p:nvSpPr>
        <p:spPr>
          <a:xfrm>
            <a:off x="4837912" y="2304288"/>
            <a:ext cx="3957670" cy="120700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5" name="Shape 14"/>
          <p:cNvSpPr/>
          <p:nvPr/>
        </p:nvSpPr>
        <p:spPr>
          <a:xfrm>
            <a:off x="4809744" y="2240280"/>
            <a:ext cx="4059936" cy="73835"/>
          </a:xfrm>
          <a:prstGeom prst="rect">
            <a:avLst/>
          </a:prstGeom>
          <a:solidFill>
            <a:srgbClr val="C4A882"/>
          </a:solidFill>
          <a:ln/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5447" y="2423160"/>
            <a:ext cx="365760" cy="36576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407046" y="2409444"/>
            <a:ext cx="322488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 Feedback Builds Trust</a:t>
            </a:r>
            <a:endParaRPr lang="en-US" sz="16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2852928"/>
            <a:ext cx="2286000" cy="2743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224167" y="2875893"/>
            <a:ext cx="34984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exactly what went right or wrong. Vague feedback helps no one. Precision and intentionality build trust faster than anything.</a:t>
            </a:r>
            <a:endParaRPr lang="en-US" sz="1400" dirty="0"/>
          </a:p>
        </p:txBody>
      </p:sp>
      <p:sp>
        <p:nvSpPr>
          <p:cNvPr id="31" name="Shape 18"/>
          <p:cNvSpPr/>
          <p:nvPr/>
        </p:nvSpPr>
        <p:spPr>
          <a:xfrm>
            <a:off x="342900" y="3805586"/>
            <a:ext cx="3934810" cy="45719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36" name="Shape 21"/>
          <p:cNvSpPr/>
          <p:nvPr/>
        </p:nvSpPr>
        <p:spPr>
          <a:xfrm>
            <a:off x="342900" y="3869594"/>
            <a:ext cx="3934810" cy="120700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940854"/>
            <a:ext cx="365760" cy="36576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825246" y="3941064"/>
            <a:ext cx="236601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Celebrate Intentionally</a:t>
            </a:r>
            <a:endParaRPr lang="en-US" sz="1600" dirty="0"/>
          </a:p>
        </p:txBody>
      </p:sp>
      <p:sp>
        <p:nvSpPr>
          <p:cNvPr id="41" name="Text 24"/>
          <p:cNvSpPr/>
          <p:nvPr/>
        </p:nvSpPr>
        <p:spPr>
          <a:xfrm>
            <a:off x="667512" y="4306614"/>
            <a:ext cx="36101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effort as it happens. Ms. Fegs' stage write-ups weren't requirements  they were choices. Make that choice.</a:t>
            </a:r>
            <a:endParaRPr lang="en-US" sz="1400" dirty="0"/>
          </a:p>
        </p:txBody>
      </p:sp>
      <p:sp>
        <p:nvSpPr>
          <p:cNvPr id="42" name="Shape 25"/>
          <p:cNvSpPr/>
          <p:nvPr/>
        </p:nvSpPr>
        <p:spPr>
          <a:xfrm>
            <a:off x="4818888" y="3794340"/>
            <a:ext cx="3976694" cy="120700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43" name="Shape 26"/>
          <p:cNvSpPr/>
          <p:nvPr/>
        </p:nvSpPr>
        <p:spPr>
          <a:xfrm flipV="1">
            <a:off x="4809744" y="3705684"/>
            <a:ext cx="4050792" cy="77672"/>
          </a:xfrm>
          <a:prstGeom prst="rect">
            <a:avLst/>
          </a:prstGeom>
          <a:solidFill>
            <a:srgbClr val="C4A882"/>
          </a:solidFill>
          <a:ln/>
        </p:spPr>
      </p:sp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1287" y="3919728"/>
            <a:ext cx="365760" cy="365760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5448878" y="388620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is Leadership</a:t>
            </a:r>
            <a:endParaRPr lang="en-US" sz="1150" dirty="0"/>
          </a:p>
        </p:txBody>
      </p:sp>
      <p:pic>
        <p:nvPicPr>
          <p:cNvPr id="46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4206240"/>
            <a:ext cx="2286000" cy="27432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5444779" y="4353700"/>
            <a:ext cx="333346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showed up the same way every time , calm, helpful, encouraging. Reliability maintained consistently is its own kind of leadership.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13232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MEMORABLE MOMENTS</a:t>
            </a:r>
            <a:endParaRPr lang="en-US" sz="750" dirty="0"/>
          </a:p>
        </p:txBody>
      </p:sp>
      <p:sp>
        <p:nvSpPr>
          <p:cNvPr id="7" name="Text 1"/>
          <p:cNvSpPr/>
          <p:nvPr/>
        </p:nvSpPr>
        <p:spPr>
          <a:xfrm>
            <a:off x="60350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750" dirty="0"/>
          </a:p>
        </p:txBody>
      </p:sp>
      <p:sp>
        <p:nvSpPr>
          <p:cNvPr id="8" name="Text 2"/>
          <p:cNvSpPr/>
          <p:nvPr/>
        </p:nvSpPr>
        <p:spPr>
          <a:xfrm>
            <a:off x="438912" y="4754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WORK</a:t>
            </a:r>
            <a:endParaRPr lang="en-US" sz="800" dirty="0"/>
          </a:p>
        </p:txBody>
      </p:sp>
      <p:sp>
        <p:nvSpPr>
          <p:cNvPr id="9" name="Text 3"/>
          <p:cNvSpPr/>
          <p:nvPr/>
        </p:nvSpPr>
        <p:spPr>
          <a:xfrm>
            <a:off x="438912" y="658368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Memorable Moments</a:t>
            </a:r>
            <a:endParaRPr lang="en-US" sz="36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1389888"/>
            <a:ext cx="8275320" cy="36576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38912" y="14813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C66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things that made Ms. Fegs unforgettable — beyond tasks and deliverables.</a:t>
            </a:r>
            <a:endParaRPr lang="en-US" sz="1150" dirty="0"/>
          </a:p>
        </p:txBody>
      </p:sp>
      <p:sp>
        <p:nvSpPr>
          <p:cNvPr id="12" name="Shape 5"/>
          <p:cNvSpPr/>
          <p:nvPr/>
        </p:nvSpPr>
        <p:spPr>
          <a:xfrm>
            <a:off x="1042416" y="1990870"/>
            <a:ext cx="5221224" cy="804672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3" name="Text 6"/>
          <p:cNvSpPr/>
          <p:nvPr/>
        </p:nvSpPr>
        <p:spPr>
          <a:xfrm>
            <a:off x="493776" y="20756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🎤</a:t>
            </a:r>
            <a:endParaRPr lang="en-US" sz="2200" dirty="0"/>
          </a:p>
        </p:txBody>
      </p:sp>
      <p:sp>
        <p:nvSpPr>
          <p:cNvPr id="14" name="Text 7"/>
          <p:cNvSpPr/>
          <p:nvPr/>
        </p:nvSpPr>
        <p:spPr>
          <a:xfrm>
            <a:off x="1133856" y="199759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Voice to Kill For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1193292" y="233151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tone in meetings is so calm and serene it leaves you mesmerized , even when everything around you is chaotic. That voice could end a riot.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02336" y="2852928"/>
            <a:ext cx="4846320" cy="804672"/>
          </a:xfrm>
          <a:prstGeom prst="rect">
            <a:avLst/>
          </a:prstGeom>
          <a:solidFill>
            <a:srgbClr val="F5EDE3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493776" y="29900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👗</a:t>
            </a:r>
            <a:endParaRPr lang="en-US" sz="2200" dirty="0"/>
          </a:p>
        </p:txBody>
      </p:sp>
      <p:sp>
        <p:nvSpPr>
          <p:cNvPr id="18" name="Text 11"/>
          <p:cNvSpPr/>
          <p:nvPr/>
        </p:nvSpPr>
        <p:spPr>
          <a:xfrm>
            <a:off x="1156716" y="2880465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 Sense: 10/10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1133856" y="325526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 Slack display pictures, it's evident  her fashion sense is immaculate. Aesthetic, elegant, and always a vibe. A true ten.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385992" y="3767328"/>
            <a:ext cx="4846320" cy="804672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1" name="Text 14"/>
          <p:cNvSpPr/>
          <p:nvPr/>
        </p:nvSpPr>
        <p:spPr>
          <a:xfrm>
            <a:off x="493776" y="39044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1133856" y="377289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Write ups &gt; Everything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019556" y="4135873"/>
            <a:ext cx="40919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motivating messages whenever interns were promoted to a new stage were emotional, filled with pride, and genuinely heartfelt. Interns looked forward to them every time.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5486400" y="1874520"/>
            <a:ext cx="3291840" cy="365760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532120" y="18928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😂  THE KIDNAPPING OFFER — RECEIPTS ATTACHED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5486400" y="2240280"/>
            <a:ext cx="3291840" cy="2542032"/>
          </a:xfrm>
          <a:prstGeom prst="rect">
            <a:avLst/>
          </a:prstGeom>
          <a:solidFill>
            <a:srgbClr val="1A1A2E"/>
          </a:solidFill>
          <a:ln w="12700">
            <a:solidFill>
              <a:srgbClr val="E8D5C0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240280"/>
            <a:ext cx="3291840" cy="254203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5486400" y="4782312"/>
            <a:ext cx="3291840" cy="182880"/>
          </a:xfrm>
          <a:prstGeom prst="rect">
            <a:avLst/>
          </a:prstGeom>
          <a:solidFill>
            <a:srgbClr val="E8D5C0"/>
          </a:solidFill>
          <a:ln/>
        </p:spPr>
      </p:sp>
      <p:sp>
        <p:nvSpPr>
          <p:cNvPr id="29" name="Text 21"/>
          <p:cNvSpPr/>
          <p:nvPr/>
        </p:nvSpPr>
        <p:spPr>
          <a:xfrm>
            <a:off x="5532120" y="479145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42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"Don't kill me abeg" — Ms. Fegs, 10:12 PM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91440"/>
            <a:ext cx="475488" cy="47548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1352" y="91440"/>
            <a:ext cx="475488" cy="4754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617720"/>
            <a:ext cx="347472" cy="3474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617720"/>
            <a:ext cx="347472" cy="347472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13232" y="137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750" dirty="0"/>
          </a:p>
        </p:txBody>
      </p:sp>
      <p:sp>
        <p:nvSpPr>
          <p:cNvPr id="7" name="Text 1"/>
          <p:cNvSpPr/>
          <p:nvPr/>
        </p:nvSpPr>
        <p:spPr>
          <a:xfrm>
            <a:off x="6035040" y="137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750" dirty="0"/>
          </a:p>
        </p:txBody>
      </p:sp>
      <p:sp>
        <p:nvSpPr>
          <p:cNvPr id="8" name="Text 2"/>
          <p:cNvSpPr/>
          <p:nvPr/>
        </p:nvSpPr>
        <p:spPr>
          <a:xfrm>
            <a:off x="438912" y="47548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800" dirty="0"/>
          </a:p>
        </p:txBody>
      </p:sp>
      <p:sp>
        <p:nvSpPr>
          <p:cNvPr id="9" name="Text 3"/>
          <p:cNvSpPr/>
          <p:nvPr/>
        </p:nvSpPr>
        <p:spPr>
          <a:xfrm>
            <a:off x="438912" y="658368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38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057400"/>
            <a:ext cx="4114800" cy="36576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402336" y="2212848"/>
            <a:ext cx="4160520" cy="56692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2" name="Shape 5"/>
          <p:cNvSpPr/>
          <p:nvPr/>
        </p:nvSpPr>
        <p:spPr>
          <a:xfrm>
            <a:off x="402336" y="2212848"/>
            <a:ext cx="54864" cy="566928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13" name="Text 6"/>
          <p:cNvSpPr/>
          <p:nvPr/>
        </p:nvSpPr>
        <p:spPr>
          <a:xfrm>
            <a:off x="594360" y="22677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800" dirty="0"/>
          </a:p>
        </p:txBody>
      </p:sp>
      <p:sp>
        <p:nvSpPr>
          <p:cNvPr id="14" name="Text 7"/>
          <p:cNvSpPr/>
          <p:nvPr/>
        </p:nvSpPr>
        <p:spPr>
          <a:xfrm>
            <a:off x="594360" y="2487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pitch crisis , she stepped in without being asked and changed my trajectory.</a:t>
            </a:r>
            <a:endParaRPr lang="en-US" sz="1100" dirty="0"/>
          </a:p>
        </p:txBody>
      </p:sp>
      <p:sp>
        <p:nvSpPr>
          <p:cNvPr id="15" name="Shape 8"/>
          <p:cNvSpPr/>
          <p:nvPr/>
        </p:nvSpPr>
        <p:spPr>
          <a:xfrm>
            <a:off x="402336" y="2871216"/>
            <a:ext cx="4160520" cy="56692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402336" y="2871216"/>
            <a:ext cx="54864" cy="566928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17" name="Text 10"/>
          <p:cNvSpPr/>
          <p:nvPr/>
        </p:nvSpPr>
        <p:spPr>
          <a:xfrm>
            <a:off x="594360" y="29260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594360" y="31455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· Encouraging · Detailed · Welcoming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02336" y="3529584"/>
            <a:ext cx="4160520" cy="566928"/>
          </a:xfrm>
          <a:prstGeom prst="rect">
            <a:avLst/>
          </a:prstGeom>
          <a:solidFill>
            <a:srgbClr val="FDF9F5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402336" y="3529584"/>
            <a:ext cx="54864" cy="566928"/>
          </a:xfrm>
          <a:prstGeom prst="rect">
            <a:avLst/>
          </a:prstGeom>
          <a:solidFill>
            <a:srgbClr val="C4A882"/>
          </a:solidFill>
          <a:ln/>
        </p:spPr>
      </p:sp>
      <p:sp>
        <p:nvSpPr>
          <p:cNvPr id="21" name="Text 14"/>
          <p:cNvSpPr/>
          <p:nvPr/>
        </p:nvSpPr>
        <p:spPr>
          <a:xfrm>
            <a:off x="594360" y="3584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594360" y="38039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impression that has lasted far beyond HNG 14.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02336" y="4187952"/>
            <a:ext cx="4160520" cy="566928"/>
          </a:xfrm>
          <a:prstGeom prst="rect">
            <a:avLst/>
          </a:prstGeom>
          <a:solidFill>
            <a:srgbClr val="F0E8DF"/>
          </a:solidFill>
          <a:ln w="12700">
            <a:solidFill>
              <a:srgbClr val="E8D5C0"/>
            </a:solidFill>
            <a:prstDash val="solid"/>
          </a:ln>
          <a:effectLst>
            <a:outerShdw blurRad="63500" dist="25400" dir="2700000" algn="bl" rotWithShape="0">
              <a:srgbClr val="D4B896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02336" y="4187952"/>
            <a:ext cx="54864" cy="566928"/>
          </a:xfrm>
          <a:prstGeom prst="rect">
            <a:avLst/>
          </a:prstGeom>
          <a:solidFill>
            <a:srgbClr val="B8926A"/>
          </a:solidFill>
          <a:ln/>
        </p:spPr>
      </p:sp>
      <p:sp>
        <p:nvSpPr>
          <p:cNvPr id="25" name="Text 18"/>
          <p:cNvSpPr/>
          <p:nvPr/>
        </p:nvSpPr>
        <p:spPr>
          <a:xfrm>
            <a:off x="594360" y="42428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9C6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594360" y="44622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mentors do is make your problem theirs  just long enough for you to find your way.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438912" y="47548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Presented by Ayogu Ifunanya | HNG 14 VA Intern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4828032" y="0"/>
            <a:ext cx="4315968" cy="5143500"/>
          </a:xfrm>
          <a:prstGeom prst="rect">
            <a:avLst/>
          </a:prstGeom>
          <a:solidFill>
            <a:srgbClr val="F0E8DF"/>
          </a:solidFill>
          <a:ln w="12700">
            <a:solidFill>
              <a:srgbClr val="F0E8DF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411480"/>
            <a:ext cx="2926080" cy="2926080"/>
          </a:xfrm>
          <a:prstGeom prst="rect">
            <a:avLst/>
          </a:prstGeom>
        </p:spPr>
      </p:pic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3154680"/>
            <a:ext cx="1097280" cy="1097280"/>
          </a:xfrm>
          <a:prstGeom prst="rect">
            <a:avLst/>
          </a:prstGeom>
        </p:spPr>
      </p:pic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474720"/>
            <a:ext cx="731520" cy="731520"/>
          </a:xfrm>
          <a:prstGeom prst="rect">
            <a:avLst/>
          </a:prstGeom>
        </p:spPr>
      </p:pic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520440"/>
            <a:ext cx="685800" cy="53035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4919472" y="37947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You,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6B4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Ms. Fegs 💛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1455</Words>
  <Application>Microsoft Office PowerPoint</Application>
  <PresentationFormat>On-screen Show (16:9)</PresentationFormat>
  <Paragraphs>166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Mentor Spotlight – Ms. Fegs</dc:title>
  <dc:subject>PptxGenJS Presentation</dc:subject>
  <dc:creator>PptxGenJS</dc:creator>
  <cp:lastModifiedBy>Ifunanya Ayogu</cp:lastModifiedBy>
  <cp:revision>2</cp:revision>
  <dcterms:created xsi:type="dcterms:W3CDTF">2026-06-11T20:41:16Z</dcterms:created>
  <dcterms:modified xsi:type="dcterms:W3CDTF">2026-06-11T21:55:28Z</dcterms:modified>
</cp:coreProperties>
</file>